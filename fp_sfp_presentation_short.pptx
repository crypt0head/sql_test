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154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4E9C9-9016-4368-BA52-5736E646B3E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C8A4-5E87-4C3F-9CFD-168A28BF40D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4E9C9-9016-4368-BA52-5736E646B3E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C8A4-5E87-4C3F-9CFD-168A28BF40D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4E9C9-9016-4368-BA52-5736E646B3E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C8A4-5E87-4C3F-9CFD-168A28BF40D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4E9C9-9016-4368-BA52-5736E646B3E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C8A4-5E87-4C3F-9CFD-168A28BF40D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4E9C9-9016-4368-BA52-5736E646B3E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C8A4-5E87-4C3F-9CFD-168A28BF40D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4E9C9-9016-4368-BA52-5736E646B3E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C8A4-5E87-4C3F-9CFD-168A28BF40D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4E9C9-9016-4368-BA52-5736E646B3E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C8A4-5E87-4C3F-9CFD-168A28BF40D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4E9C9-9016-4368-BA52-5736E646B3E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C8A4-5E87-4C3F-9CFD-168A28BF40D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4E9C9-9016-4368-BA52-5736E646B3E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C8A4-5E87-4C3F-9CFD-168A28BF40D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4E9C9-9016-4368-BA52-5736E646B3E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C8A4-5E87-4C3F-9CFD-168A28BF40D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4E9C9-9016-4368-BA52-5736E646B3E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C8A4-5E87-4C3F-9CFD-168A28BF40D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4E9C9-9016-4368-BA52-5736E646B3E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C8A4-5E87-4C3F-9CFD-168A28BF40D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4E9C9-9016-4368-BA52-5736E646B3E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DC8A4-5E87-4C3F-9CFD-168A28BF40D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1. Аналитика ФП/СФП: ключевые выводы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Период: 2023-2025.</a:t>
            </a:r>
          </a:p>
          <a:p>
            <a:r>
              <a:rPr lang="ru-RU" smtClean="0"/>
              <a:t>- Периметр: CRM + дефолты + мониторинг.</a:t>
            </a:r>
          </a:p>
          <a:p>
            <a:r>
              <a:rPr lang="ru-RU" smtClean="0"/>
              <a:t>- Сегменты: МкБ, МСБ, ККБ.</a:t>
            </a:r>
          </a:p>
          <a:p>
            <a:r>
              <a:rPr lang="ru-RU" smtClean="0"/>
              <a:t>- Цель: выделить ФП/СФП и комбинации, которые реально связаны с дефолтом.</a:t>
            </a:r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Слайд 2. Методика в 1 минуту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Единица анализа: компания (ИНН), 9 914 компаний.</a:t>
            </a:r>
          </a:p>
          <a:p>
            <a:r>
              <a:rPr lang="ru-RU" smtClean="0"/>
              <a:t>- Считаем дефолт в двух логиках: ДР и ДМУКП.</a:t>
            </a:r>
          </a:p>
          <a:p>
            <a:r>
              <a:rPr lang="ru-RU" smtClean="0"/>
              <a:t>- Метрики: Support, Confidence, Lift.</a:t>
            </a:r>
          </a:p>
          <a:p>
            <a:r>
              <a:rPr lang="ru-RU" smtClean="0"/>
              <a:t>- Устойчивость: Fisher + FDR (&lt;0.05).</a:t>
            </a:r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Слайд 3. Что подтвердилось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Дефолтные компании имеют больше ФП (в среднем 7.7 vs 4.5).</a:t>
            </a:r>
          </a:p>
          <a:p>
            <a:r>
              <a:rPr lang="ru-RU" smtClean="0"/>
              <a:t>- Комбинации ФП сильнее одиночных ФП (Lift до 46.22).</a:t>
            </a:r>
          </a:p>
          <a:p>
            <a:r>
              <a:rPr lang="ru-RU" smtClean="0"/>
              <a:t>- ФП 13 - универсальный маркер риска во всех сегментах.</a:t>
            </a:r>
          </a:p>
          <a:p>
            <a:r>
              <a:rPr lang="ru-RU" smtClean="0"/>
              <a:t>- Сегменты отличаются по профилю риска, единое правило не оптимально.</a:t>
            </a:r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Слайд 4. Динамика по сегментам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mtClean="0"/>
              <a:t>- DR близкий: МкБ 1.33%, МСБ 1.19%, ККБ 1.26%.</a:t>
            </a:r>
          </a:p>
          <a:p>
            <a:r>
              <a:rPr lang="ru-RU" smtClean="0"/>
              <a:t>- Но механика риска разная:</a:t>
            </a:r>
          </a:p>
          <a:p>
            <a:r>
              <a:rPr lang="ru-RU" smtClean="0"/>
              <a:t>- МкБ: дефолт наступает при меньшем числе ФП.</a:t>
            </a:r>
          </a:p>
          <a:p>
            <a:r>
              <a:rPr lang="ru-RU" smtClean="0"/>
              <a:t>- МСБ: самый сильный разрыв дефолт/недефолт по ФП.</a:t>
            </a:r>
          </a:p>
          <a:p>
            <a:r>
              <a:rPr lang="ru-RU" smtClean="0"/>
              <a:t>- ККБ: высока роль ковенантных и финансовых кластеров.</a:t>
            </a:r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5. Какие ФП самые важные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Для анализа решений разделяем:</a:t>
            </a:r>
          </a:p>
          <a:p>
            <a:r>
              <a:rPr lang="ru-RU" smtClean="0"/>
              <a:t>- массовые ФП (частые, но не всегда "опасные");</a:t>
            </a:r>
          </a:p>
          <a:p>
            <a:r>
              <a:rPr lang="ru-RU" smtClean="0"/>
              <a:t>- редкие, но высокорисковые ФП.</a:t>
            </a:r>
          </a:p>
          <a:p>
            <a:r>
              <a:rPr lang="ru-RU" smtClean="0"/>
              <a:t>- Приоритизация строится по связке частота x Lift x устойчивость.</a:t>
            </a:r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6. Комбинации ФП: главный источник сигнала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МкБ: комбинации до 100% дефолтности.</a:t>
            </a:r>
          </a:p>
          <a:p>
            <a:r>
              <a:rPr lang="ru-RU" smtClean="0"/>
              <a:t>- МСБ: комбинации до 83.3%, доминирует 15.1.3.</a:t>
            </a:r>
          </a:p>
          <a:p>
            <a:r>
              <a:rPr lang="ru-RU" smtClean="0"/>
              <a:t>- ККБ: до 57.1%, ключевыe связки вокруг 13 + 16.x + 29.x.</a:t>
            </a:r>
          </a:p>
          <a:p>
            <a:r>
              <a:rPr lang="ru-RU" smtClean="0"/>
              <a:t>- Вывод: комбинационные правила обязательны.</a:t>
            </a:r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7. Мониторинг: что мешает точности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В сценариях есть ошибки, технические и нейтральные статусы.</a:t>
            </a:r>
          </a:p>
          <a:p>
            <a:r>
              <a:rPr lang="ru-RU" smtClean="0"/>
              <a:t>- Это создает шум и ложные срабатывания.</a:t>
            </a:r>
          </a:p>
          <a:p>
            <a:r>
              <a:rPr lang="ru-RU" smtClean="0"/>
              <a:t>- Одновременно есть устойчивый контур позитивного урегулирования.</a:t>
            </a:r>
          </a:p>
          <a:p>
            <a:r>
              <a:rPr lang="ru-RU" smtClean="0"/>
              <a:t>- Быстрый эффект: чистка статусов и единая классификация исходов.</a:t>
            </a:r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Слайд 8. Сегмент МкБ: решение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Усилить раннюю эскалацию для связок 13 + 14.3.x + 15.x.</a:t>
            </a:r>
          </a:p>
          <a:p>
            <a:r>
              <a:rPr lang="ru-RU" smtClean="0"/>
              <a:t>- Снизить порог реакции по числу ФП.</a:t>
            </a:r>
          </a:p>
          <a:p>
            <a:r>
              <a:rPr lang="ru-RU" smtClean="0"/>
              <a:t>- Ожидаемый эффект: ранний захват высокорисковых кейсов.</a:t>
            </a:r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Слайд 9. Сегмент МСБ: решение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Ввести повышенный контроль для комбинаций с 15.1.3.</a:t>
            </a:r>
          </a:p>
          <a:p>
            <a:r>
              <a:rPr lang="ru-RU" smtClean="0"/>
              <a:t>- Для редких комбинаций применять правило минимальной поддержки.</a:t>
            </a:r>
          </a:p>
          <a:p>
            <a:r>
              <a:rPr lang="ru-RU" smtClean="0"/>
              <a:t>- Ожидаемый эффект: меньше переоценки редких кейсов, выше precision.</a:t>
            </a:r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Слайд 10. Сегмент ККБ: решение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Выделить кластер 29.x как отдельный контур.</a:t>
            </a:r>
          </a:p>
          <a:p>
            <a:r>
              <a:rPr lang="ru-RU" smtClean="0"/>
              <a:t>- Усилить правила совместного срабатывания 29.x и 16.x.</a:t>
            </a:r>
          </a:p>
          <a:p>
            <a:r>
              <a:rPr lang="ru-RU" smtClean="0"/>
              <a:t>- Ожидаемый эффект: более релевантный контроль ковенантного риска.</a:t>
            </a:r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11. Дорожная карта внедрения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- 0-3 месяца: очистка мониторинга, маркировка редких ФП, дашборды.</a:t>
            </a:r>
          </a:p>
          <a:p>
            <a:r>
              <a:rPr lang="ru-RU" smtClean="0"/>
              <a:t>- 3-6 месяцев: обновление порогов и внедрение комбинационных триггеров.</a:t>
            </a:r>
          </a:p>
          <a:p>
            <a:r>
              <a:rPr lang="ru-RU" smtClean="0"/>
              <a:t>- 6+ месяцев: переоценка на новых данных и донастройка ДМУКП-логики.</a:t>
            </a:r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Слайд 12. Решение на комитет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Утвердить переход к сегментным комбинационным правилам.</a:t>
            </a:r>
          </a:p>
          <a:p>
            <a:r>
              <a:rPr lang="ru-RU" smtClean="0"/>
              <a:t>- Запустить пилот с контрольными KPI:</a:t>
            </a:r>
          </a:p>
          <a:p>
            <a:r>
              <a:rPr lang="ru-RU" smtClean="0"/>
              <a:t>- доля ложных срабатываний;</a:t>
            </a:r>
          </a:p>
          <a:p>
            <a:r>
              <a:rPr lang="ru-RU" smtClean="0"/>
              <a:t>- DR capture;</a:t>
            </a:r>
          </a:p>
          <a:p>
            <a:r>
              <a:rPr lang="ru-RU" smtClean="0"/>
              <a:t>- стабильность Lift по кварталам.</a:t>
            </a:r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</Words>
  <Application>Microsoft Office PowerPoint</Application>
  <PresentationFormat>Экран (4:3)</PresentationFormat>
  <Paragraphs>58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Слайд 1. Аналитика ФП/СФП: ключевые выводы</vt:lpstr>
      <vt:lpstr>Слайд 2. Методика в 1 минуту</vt:lpstr>
      <vt:lpstr>Слайд 3. Что подтвердилось</vt:lpstr>
      <vt:lpstr>Слайд 4. Динамика по сегментам</vt:lpstr>
      <vt:lpstr>Слайд 5. Какие ФП самые важные</vt:lpstr>
      <vt:lpstr>Слайд 6. Комбинации ФП: главный источник сигнала</vt:lpstr>
      <vt:lpstr>Слайд 7. Мониторинг: что мешает точности</vt:lpstr>
      <vt:lpstr>Слайд 8. Сегмент МкБ: решение</vt:lpstr>
      <vt:lpstr>Слайд 9. Сегмент МСБ: решение</vt:lpstr>
      <vt:lpstr>Слайд 10. Сегмент ККБ: решение</vt:lpstr>
      <vt:lpstr>Слайд 11. Дорожная карта внедрения</vt:lpstr>
      <vt:lpstr>Слайд 12. Решение на комитет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1. Аналитика ФП/СФП: ключевые выводы</dc:title>
  <dc:creator>Vladimir</dc:creator>
  <cp:lastModifiedBy>Vladimir</cp:lastModifiedBy>
  <cp:revision>1</cp:revision>
  <dcterms:created xsi:type="dcterms:W3CDTF">2026-04-15T06:31:33Z</dcterms:created>
  <dcterms:modified xsi:type="dcterms:W3CDTF">2026-04-15T06:31:33Z</dcterms:modified>
</cp:coreProperties>
</file>