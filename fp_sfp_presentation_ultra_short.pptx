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40" d="100"/>
          <a:sy n="40" d="100"/>
        </p:scale>
        <p:origin x="-1938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73CED-FECF-4C51-93C8-5A3DF9F8DDCE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490FCB-4618-4EEB-8C15-2EE582FD5B3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1. Цель и итог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Основание: 4 финальных отчета (ДМУКП, ДР, динамика ФП, мониторинг).</a:t>
            </a:r>
          </a:p>
          <a:p>
            <a:r>
              <a:rPr lang="ru-RU" smtClean="0"/>
              <a:t>- Период: 2023-2025, база 9 919 ИНН.</a:t>
            </a:r>
          </a:p>
          <a:p>
            <a:r>
              <a:rPr lang="ru-RU" smtClean="0"/>
              <a:t>- Итог: риск определяется сегментной спецификой и комбинациями ФП.</a:t>
            </a:r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2. Что подтвердили данные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По ДМУКП: 539 дефолтов (5,43%); ККБ 14,13% vs МСБ 5,38% vs МкБ 3,97%.</a:t>
            </a:r>
          </a:p>
          <a:p>
            <a:r>
              <a:rPr lang="ru-RU" smtClean="0"/>
              <a:t>- Фактор 13 - основной триггер дефолта во всех сегментах (54-77%).</a:t>
            </a:r>
          </a:p>
          <a:p>
            <a:r>
              <a:rPr lang="ru-RU" smtClean="0"/>
              <a:t>- Одиночные сильные ФП различаются по сегментам (15.1 / 13.1 / 29.13.11, 34).</a:t>
            </a:r>
          </a:p>
          <a:p>
            <a:r>
              <a:rPr lang="ru-RU" smtClean="0"/>
              <a:t>- Комбинации ФП усиливают сигнал в 2-3 раза относительно одиночных.</a:t>
            </a:r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3. Где бизнес теряет точность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В сценариях 9,2% ошибок выявления, особенно по СФП.</a:t>
            </a:r>
          </a:p>
          <a:p>
            <a:r>
              <a:rPr lang="ru-RU" smtClean="0"/>
              <a:t>- 1 316 карточек не попали в 6-группный классификатор результатов.</a:t>
            </a:r>
          </a:p>
          <a:p>
            <a:r>
              <a:rPr lang="ru-RU" smtClean="0"/>
              <a:t>- Есть выбросы в датах (нужен контроль качества сроков).</a:t>
            </a:r>
          </a:p>
          <a:p>
            <a:r>
              <a:rPr lang="ru-RU" smtClean="0"/>
              <a:t>- Вывод: главный резерв - качество идентификации и классификации.</a:t>
            </a:r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4. Решение по сегментам (1)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МкБ: акцент на семейство 15.1 и раннюю эскалацию комбинаций.</a:t>
            </a:r>
          </a:p>
          <a:p>
            <a:r>
              <a:rPr lang="ru-RU" smtClean="0"/>
              <a:t>- МСБ: приоритет ФП 13.1 и комбинаций с высоким Lift.</a:t>
            </a:r>
          </a:p>
          <a:p>
            <a:r>
              <a:rPr lang="ru-RU" smtClean="0"/>
              <a:t>- Ввести двухконтурный мониторинг: ранние (8-24 мес.) и поздние (1-3 мес.) сигналы.</a:t>
            </a:r>
          </a:p>
          <a:p>
            <a:r>
              <a:rPr lang="ru-RU" smtClean="0"/>
              <a:t>- Ожидаемый эффект: выше точность и раньше реакция.</a:t>
            </a:r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5. Решение по сегментам (2)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ККБ: отдельный контур для кластера 29.x и ФП 34/13.1.</a:t>
            </a:r>
          </a:p>
          <a:p>
            <a:r>
              <a:rPr lang="ru-RU" smtClean="0"/>
              <a:t>- Для всех сегментов: комбинационные триггеры (пары/тройки) вместо одиночных правил.</a:t>
            </a:r>
          </a:p>
          <a:p>
            <a:r>
              <a:rPr lang="ru-RU" smtClean="0"/>
              <a:t>- В мониторинге: пересмотр критериев СФП (40.1, 15.2У) и ФП 16.1.</a:t>
            </a:r>
          </a:p>
          <a:p>
            <a:r>
              <a:rPr lang="ru-RU" smtClean="0"/>
              <a:t>- Ожидаемый эффект: меньше ложных срабатываний и лучше DR capture.</a:t>
            </a:r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6. План внедрения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- 0-3 месяца: очистка классификатора результатов и правил идентификации СФП.</a:t>
            </a:r>
          </a:p>
          <a:p>
            <a:r>
              <a:rPr lang="ru-RU" smtClean="0"/>
              <a:t>- 3-6 месяцев: запуск сегментных порогов и комбинационных правил.</a:t>
            </a:r>
          </a:p>
          <a:p>
            <a:r>
              <a:rPr lang="ru-RU" smtClean="0"/>
              <a:t>- 6+ месяцев: регулярная валидация эффектов на новых когортах.</a:t>
            </a:r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Слайд 7. Решение на комитет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- Утвердить переход к сегментной модели мониторинга.</a:t>
            </a:r>
          </a:p>
          <a:p>
            <a:r>
              <a:rPr lang="ru-RU" smtClean="0"/>
              <a:t>- KPI: ошибки выявления, доля активных ИПУ, срок урегулирования, DR capture.</a:t>
            </a:r>
          </a:p>
          <a:p>
            <a:r>
              <a:rPr lang="ru-RU" smtClean="0"/>
              <a:t>- Запустить пилот и квартальный review по каждому сегменту.</a:t>
            </a:r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365</Words>
  <Application>Microsoft Office PowerPoint</Application>
  <PresentationFormat>Экран (4:3)</PresentationFormat>
  <Paragraphs>32</Paragraphs>
  <Slides>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8" baseType="lpstr">
      <vt:lpstr>Тема Office</vt:lpstr>
      <vt:lpstr>Слайд 1. Цель и итог</vt:lpstr>
      <vt:lpstr>Слайд 2. Что подтвердили данные</vt:lpstr>
      <vt:lpstr>Слайд 3. Где бизнес теряет точность</vt:lpstr>
      <vt:lpstr>Слайд 4. Решение по сегментам (1)</vt:lpstr>
      <vt:lpstr>Слайд 5. Решение по сегментам (2)</vt:lpstr>
      <vt:lpstr>Слайд 6. План внедрения</vt:lpstr>
      <vt:lpstr>Слайд 7. Решение на комитет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1. Цель и итог</dc:title>
  <dc:creator>Vladimir</dc:creator>
  <cp:lastModifiedBy>Vladimir</cp:lastModifiedBy>
  <cp:revision>1</cp:revision>
  <dcterms:created xsi:type="dcterms:W3CDTF">2026-04-15T06:45:33Z</dcterms:created>
  <dcterms:modified xsi:type="dcterms:W3CDTF">2026-04-15T06:45:33Z</dcterms:modified>
</cp:coreProperties>
</file>