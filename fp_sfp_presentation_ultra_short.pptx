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1" d="100"/>
          <a:sy n="71" d="100"/>
        </p:scale>
        <p:origin x="-154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B4043-AC71-477C-8A70-8B39AFB25304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B89A8-202B-48F1-8297-9B337753A2B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B4043-AC71-477C-8A70-8B39AFB25304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B89A8-202B-48F1-8297-9B337753A2B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B4043-AC71-477C-8A70-8B39AFB25304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B89A8-202B-48F1-8297-9B337753A2B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B4043-AC71-477C-8A70-8B39AFB25304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B89A8-202B-48F1-8297-9B337753A2B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B4043-AC71-477C-8A70-8B39AFB25304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B89A8-202B-48F1-8297-9B337753A2B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B4043-AC71-477C-8A70-8B39AFB25304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B89A8-202B-48F1-8297-9B337753A2B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B4043-AC71-477C-8A70-8B39AFB25304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B89A8-202B-48F1-8297-9B337753A2B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B4043-AC71-477C-8A70-8B39AFB25304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B89A8-202B-48F1-8297-9B337753A2B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B4043-AC71-477C-8A70-8B39AFB25304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B89A8-202B-48F1-8297-9B337753A2B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B4043-AC71-477C-8A70-8B39AFB25304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B89A8-202B-48F1-8297-9B337753A2B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B4043-AC71-477C-8A70-8B39AFB25304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B89A8-202B-48F1-8297-9B337753A2B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B4043-AC71-477C-8A70-8B39AFB25304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B89A8-202B-48F1-8297-9B337753A2B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BB4043-AC71-477C-8A70-8B39AFB25304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B89A8-202B-48F1-8297-9B337753A2B9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Слайд 1. Цель и итог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- Цель: понять, какие ФП/СФП действительно предсказывают дефолт.</a:t>
            </a:r>
          </a:p>
          <a:p>
            <a:r>
              <a:rPr lang="ru-RU" smtClean="0"/>
              <a:t>- Период: 2023-2025, 9 914 компаний, сегменты МкБ/МСБ/ККБ.</a:t>
            </a:r>
          </a:p>
          <a:p>
            <a:r>
              <a:rPr lang="ru-RU" smtClean="0"/>
              <a:t>- Итог: ключевой сигнал дают комбинации ФП, а не одиночные признаки.</a:t>
            </a:r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Слайд 2. Что подтвердили данные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- Дефолтные компании имеют больше ФП: 7.7 vs 4.5.</a:t>
            </a:r>
          </a:p>
          <a:p>
            <a:r>
              <a:rPr lang="ru-RU" smtClean="0"/>
              <a:t>- Комбинации резко усиливают риск (Lift до 46.22).</a:t>
            </a:r>
          </a:p>
          <a:p>
            <a:r>
              <a:rPr lang="ru-RU" smtClean="0"/>
              <a:t>- ФП 13 - универсальный маркер риска во всех сегментах.</a:t>
            </a:r>
          </a:p>
          <a:p>
            <a:r>
              <a:rPr lang="ru-RU" smtClean="0"/>
              <a:t>- Сегменты различаются по механике риска, единое правило неэффективно.</a:t>
            </a:r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Слайд 3. Где бизнес теряет точность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- В мониторинге есть ошибки и технические статусы.</a:t>
            </a:r>
          </a:p>
          <a:p>
            <a:r>
              <a:rPr lang="ru-RU" smtClean="0"/>
              <a:t>- Это увеличивает шум и ложноположительные срабатывания.</a:t>
            </a:r>
          </a:p>
          <a:p>
            <a:r>
              <a:rPr lang="ru-RU" smtClean="0"/>
              <a:t>- Часть ФП массовые, но слабые; часть редкие, но очень "опасные".</a:t>
            </a:r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Слайд 4. Решение по сегментам (1)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- МкБ: усилить раннюю эскалацию для связок 13 + 14.3.x + 15.x.</a:t>
            </a:r>
          </a:p>
          <a:p>
            <a:r>
              <a:rPr lang="ru-RU" smtClean="0"/>
              <a:t>- МСБ: повышенный контроль для комбинаций с 15.1.3 и порог поддержки.</a:t>
            </a:r>
          </a:p>
          <a:p>
            <a:r>
              <a:rPr lang="ru-RU" smtClean="0"/>
              <a:t>- Ожидаемый эффект: выше точность раннего захвата дефолтных кейсов.</a:t>
            </a:r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Слайд 5. Решение по сегментам (2)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- ККБ: отдельный контур для кластера 29.x с учетом связок 16.x.</a:t>
            </a:r>
          </a:p>
          <a:p>
            <a:r>
              <a:rPr lang="ru-RU" smtClean="0"/>
              <a:t>- Внедрить комбинационные триггеры вместо реакции на одиночные ФП.</a:t>
            </a:r>
          </a:p>
          <a:p>
            <a:r>
              <a:rPr lang="ru-RU" smtClean="0"/>
              <a:t>- Ожидаемый эффект: меньше шума и лучше контроль ковенантного риска.</a:t>
            </a:r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Слайд 6. План внедрения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- 0-3 месяца: очистка статусов мониторинга, маркировка редких ФП.</a:t>
            </a:r>
          </a:p>
          <a:p>
            <a:r>
              <a:rPr lang="ru-RU" smtClean="0"/>
              <a:t>- 3-6 месяцев: запуск сегментных порогов и комбинационных правил.</a:t>
            </a:r>
          </a:p>
          <a:p>
            <a:r>
              <a:rPr lang="ru-RU" smtClean="0"/>
              <a:t>- 6+ месяцев: переоценка устойчивости на новых когортах.</a:t>
            </a:r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Слайд 7. Решение на комитет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- Утвердить переход к сегментным комбинационным правилам.</a:t>
            </a:r>
          </a:p>
          <a:p>
            <a:r>
              <a:rPr lang="ru-RU" smtClean="0"/>
              <a:t>- KPI контроля: ложные срабатывания, DR capture, стабильность Lift.</a:t>
            </a:r>
          </a:p>
          <a:p>
            <a:r>
              <a:rPr lang="ru-RU" smtClean="0"/>
              <a:t>- Запустить пилот и квартальный review результатов.</a:t>
            </a:r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</Words>
  <Application>Microsoft Office PowerPoint</Application>
  <PresentationFormat>Экран (4:3)</PresentationFormat>
  <Paragraphs>29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Слайд 1. Цель и итог</vt:lpstr>
      <vt:lpstr>Слайд 2. Что подтвердили данные</vt:lpstr>
      <vt:lpstr>Слайд 3. Где бизнес теряет точность</vt:lpstr>
      <vt:lpstr>Слайд 4. Решение по сегментам (1)</vt:lpstr>
      <vt:lpstr>Слайд 5. Решение по сегментам (2)</vt:lpstr>
      <vt:lpstr>Слайд 6. План внедрения</vt:lpstr>
      <vt:lpstr>Слайд 7. Решение на комитет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1. Цель и итог</dc:title>
  <dc:creator>Vladimir</dc:creator>
  <cp:lastModifiedBy>Vladimir</cp:lastModifiedBy>
  <cp:revision>1</cp:revision>
  <dcterms:created xsi:type="dcterms:W3CDTF">2026-04-15T06:33:32Z</dcterms:created>
  <dcterms:modified xsi:type="dcterms:W3CDTF">2026-04-15T06:33:32Z</dcterms:modified>
</cp:coreProperties>
</file>